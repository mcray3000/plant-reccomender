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35c264d7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35c264d7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35c264d7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35c264d7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35c264d7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35c264d7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35c264d7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35c264d7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35c264d7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35c264d7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35c264d7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35c264d7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35c264d7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35c264d7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35c264d7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35c264d7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zenodo.org/records/6984514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 rot="-206494">
            <a:off x="156527" y="433562"/>
            <a:ext cx="8520667" cy="15778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McCay's Houseplant Recommender</a:t>
            </a:r>
            <a:endParaRPr b="1" sz="531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 rot="-318054">
            <a:off x="311694" y="2834141"/>
            <a:ext cx="8520741" cy="79268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 Exploration…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02278">
            <a:off x="7647771" y="3349680"/>
            <a:ext cx="1236083" cy="2025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vecteezy_plant-illustration-isolated-on-transparent-background_4809706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28542">
            <a:off x="226575" y="3458697"/>
            <a:ext cx="1593803" cy="1865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 rot="-206424">
            <a:off x="189277" y="457115"/>
            <a:ext cx="4409247" cy="896228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The Dataset!</a:t>
            </a:r>
            <a:endParaRPr b="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02278">
            <a:off x="7647771" y="3349680"/>
            <a:ext cx="1236083" cy="2025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vecteezy_plant-illustration-isolated-on-transparent-background_4809706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28542">
            <a:off x="226575" y="3458697"/>
            <a:ext cx="1593803" cy="1865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41121">
            <a:off x="1818831" y="2145502"/>
            <a:ext cx="2327435" cy="252525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1" type="subTitle"/>
          </p:nvPr>
        </p:nvSpPr>
        <p:spPr>
          <a:xfrm rot="-318109">
            <a:off x="1467071" y="1653978"/>
            <a:ext cx="2782404" cy="79268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Dr. Pennisi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 rot="-318109">
            <a:off x="4652196" y="2447303"/>
            <a:ext cx="2782404" cy="79268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Indoor Plants Dataset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 rot="-206472">
            <a:off x="147835" y="341831"/>
            <a:ext cx="4348240" cy="116519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The Mess!</a:t>
            </a:r>
            <a:endParaRPr b="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02278">
            <a:off x="7647771" y="3349680"/>
            <a:ext cx="1236083" cy="202566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>
            <p:ph idx="1" type="subTitle"/>
          </p:nvPr>
        </p:nvSpPr>
        <p:spPr>
          <a:xfrm rot="-318451">
            <a:off x="5639773" y="2153136"/>
            <a:ext cx="2834553" cy="302399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Inconsistent</a:t>
            </a:r>
            <a:r>
              <a:rPr lang="en" sz="31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Values:</a:t>
            </a:r>
            <a:endParaRPr sz="312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1,2,3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3-4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2_3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1,4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NULL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March-April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1 2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Well lit spot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Indirect light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5"/>
          <p:cNvSpPr txBox="1"/>
          <p:nvPr>
            <p:ph idx="1" type="subTitle"/>
          </p:nvPr>
        </p:nvSpPr>
        <p:spPr>
          <a:xfrm rot="-318187">
            <a:off x="642376" y="1848559"/>
            <a:ext cx="2090347" cy="254404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16 Columns</a:t>
            </a:r>
            <a:endParaRPr sz="225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800" y="2571750"/>
            <a:ext cx="5265751" cy="242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ctrTitle"/>
          </p:nvPr>
        </p:nvSpPr>
        <p:spPr>
          <a:xfrm rot="-206472">
            <a:off x="147835" y="341831"/>
            <a:ext cx="4348240" cy="116519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The Cleanup</a:t>
            </a:r>
            <a:endParaRPr b="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2" name="Google Shape;82;p16"/>
          <p:cNvSpPr txBox="1"/>
          <p:nvPr>
            <p:ph idx="1" type="subTitle"/>
          </p:nvPr>
        </p:nvSpPr>
        <p:spPr>
          <a:xfrm rot="-420">
            <a:off x="655874" y="1847972"/>
            <a:ext cx="2454300" cy="27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85" u="sng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Final Columns</a:t>
            </a:r>
            <a:endParaRPr sz="2085" u="sng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 scientific_name: 🧫</a:t>
            </a:r>
            <a:endParaRPr sz="185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 common_name: 🥳</a:t>
            </a:r>
            <a:endParaRPr sz="185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 light_level ☀️</a:t>
            </a:r>
            <a:endParaRPr sz="185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 water_need 💦</a:t>
            </a:r>
            <a:endParaRPr sz="185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 humidity_need 🌫️</a:t>
            </a:r>
            <a:endParaRPr sz="185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 temp_tolerance 🌡️</a:t>
            </a:r>
            <a:endParaRPr sz="185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 is_toxic: 0|1 ☠️</a:t>
            </a:r>
            <a:endParaRPr sz="185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 has_flowers: 0|1</a:t>
            </a:r>
            <a:endParaRPr sz="2085" u="sng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3" name="Google Shape;83;p16" title="vecteezy_plant-illustration-isolated-on-transparent-background_4809706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989702">
            <a:off x="6932452" y="3319886"/>
            <a:ext cx="1593790" cy="1865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362778">
            <a:off x="2645303" y="3806199"/>
            <a:ext cx="959123" cy="1565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881" y="8789"/>
            <a:ext cx="6660524" cy="50797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>
            <p:ph idx="1" type="subTitle"/>
          </p:nvPr>
        </p:nvSpPr>
        <p:spPr>
          <a:xfrm rot="-348222">
            <a:off x="6860314" y="1525774"/>
            <a:ext cx="2296270" cy="2718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85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Most plants are fairly mild mannered</a:t>
            </a:r>
            <a:endParaRPr sz="208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025" y="31625"/>
            <a:ext cx="7270974" cy="503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6949" y="2978300"/>
            <a:ext cx="2296074" cy="216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275" y="152400"/>
            <a:ext cx="6495789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238568">
            <a:off x="1953279" y="2072001"/>
            <a:ext cx="769393" cy="70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142236">
            <a:off x="6048257" y="2771307"/>
            <a:ext cx="818312" cy="818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 title="vecteezy_plant-illustration-isolated-on-transparent-background_4809706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428550">
            <a:off x="4244765" y="2042552"/>
            <a:ext cx="654469" cy="765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ctrTitle"/>
          </p:nvPr>
        </p:nvSpPr>
        <p:spPr>
          <a:xfrm rot="-206523">
            <a:off x="150738" y="-38633"/>
            <a:ext cx="3952430" cy="1244861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Next Steps</a:t>
            </a:r>
            <a:endParaRPr b="1" sz="531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0" name="Google Shape;110;p20"/>
          <p:cNvSpPr txBox="1"/>
          <p:nvPr>
            <p:ph idx="1" type="subTitle"/>
          </p:nvPr>
        </p:nvSpPr>
        <p:spPr>
          <a:xfrm rot="-318099">
            <a:off x="1506409" y="1719184"/>
            <a:ext cx="3396129" cy="214727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Scientific Names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Recommender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Char char="●"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Testing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02278">
            <a:off x="7647771" y="3349680"/>
            <a:ext cx="1236083" cy="2025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 title="vecteezy_plant-illustration-isolated-on-transparent-background_4809706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28542">
            <a:off x="226575" y="3458697"/>
            <a:ext cx="1593803" cy="1865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761D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ctrTitle"/>
          </p:nvPr>
        </p:nvSpPr>
        <p:spPr>
          <a:xfrm rot="-206396">
            <a:off x="573124" y="236684"/>
            <a:ext cx="2774900" cy="97375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Sources</a:t>
            </a:r>
            <a:endParaRPr b="1" sz="531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" name="Google Shape;118;p21"/>
          <p:cNvSpPr txBox="1"/>
          <p:nvPr>
            <p:ph idx="1" type="subTitle"/>
          </p:nvPr>
        </p:nvSpPr>
        <p:spPr>
          <a:xfrm rot="-318008">
            <a:off x="379888" y="1646204"/>
            <a:ext cx="8729825" cy="1146999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Plant Photos: https://www.vecteezy.com/members/timplaru-olivia23651162</a:t>
            </a:r>
            <a:endParaRPr sz="1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Original</a:t>
            </a:r>
            <a:r>
              <a:rPr lang="en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Dataset:  </a:t>
            </a:r>
            <a:r>
              <a:rPr lang="en" sz="14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https://zenodo.org/records/6984514</a:t>
            </a:r>
            <a:endParaRPr sz="1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Publication: https://fieldreport.caes.uga.edu/publications/B1318/growing-indoor-plants-with-success/</a:t>
            </a:r>
            <a:endParaRPr sz="14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02278">
            <a:off x="7647771" y="3349680"/>
            <a:ext cx="1236083" cy="2025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 title="vecteezy_plant-illustration-isolated-on-transparent-background_4809706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428542">
            <a:off x="226575" y="3458697"/>
            <a:ext cx="1593803" cy="1865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