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35c264d7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35c264d7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35c264d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35c264d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35c264d7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35c264d7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35c264d7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35c264d7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35c264d7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35c264d7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zenodo.org/records/6984514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 rot="121">
            <a:off x="156515" y="206784"/>
            <a:ext cx="8520600" cy="157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McCay's Houseplant Recommender</a:t>
            </a:r>
            <a:endParaRPr b="1" sz="531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" name="Google Shape;55;p13" title="vecteezy_plant-illustration-isolated-on-transparent-background_480970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28540">
            <a:off x="2361220" y="2441092"/>
            <a:ext cx="1755987" cy="2054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is plant dead please"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99511">
            <a:off x="6457139" y="2297725"/>
            <a:ext cx="1705999" cy="198922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 rot="-318132">
            <a:off x="1723150" y="4398582"/>
            <a:ext cx="3032174" cy="546529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Expectation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 rot="274218">
            <a:off x="5329166" y="4206428"/>
            <a:ext cx="2266507" cy="54655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Reality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Make this plan yellowish and etiolated"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96819">
            <a:off x="5091137" y="2233478"/>
            <a:ext cx="1671174" cy="1948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6575" y="861950"/>
            <a:ext cx="5104474" cy="3535225"/>
          </a:xfrm>
          <a:prstGeom prst="rect">
            <a:avLst/>
          </a:prstGeom>
          <a:noFill/>
          <a:ln>
            <a:noFill/>
          </a:ln>
          <a:effectLst>
            <a:outerShdw blurRad="385763" rotWithShape="0" algn="bl" dir="5400000" dist="19050">
              <a:srgbClr val="000000">
                <a:alpha val="29000"/>
              </a:srgbClr>
            </a:outerShdw>
          </a:effectLst>
        </p:spPr>
      </p:pic>
      <p:sp>
        <p:nvSpPr>
          <p:cNvPr id="65" name="Google Shape;65;p14"/>
          <p:cNvSpPr txBox="1"/>
          <p:nvPr>
            <p:ph type="ctrTitle"/>
          </p:nvPr>
        </p:nvSpPr>
        <p:spPr>
          <a:xfrm rot="-299">
            <a:off x="244089" y="102838"/>
            <a:ext cx="3451500" cy="96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1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Data Source</a:t>
            </a:r>
            <a:endParaRPr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55225" y="1083900"/>
            <a:ext cx="3629100" cy="32013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"Growing Indoor Plants with Success"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Author:</a:t>
            </a:r>
            <a:r>
              <a:rPr lang="en" sz="16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Dr. Bodie V. Pennisi </a:t>
            </a:r>
            <a:endParaRPr sz="16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Institution:</a:t>
            </a:r>
            <a:r>
              <a:rPr lang="en" sz="16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University of Georgia Extension </a:t>
            </a:r>
            <a:endParaRPr sz="16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Dataset Size:</a:t>
            </a:r>
            <a:r>
              <a:rPr lang="en" sz="16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250 Distinct Species</a:t>
            </a:r>
            <a:endParaRPr sz="16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2657649" y="298875"/>
            <a:ext cx="36627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User Input</a:t>
            </a:r>
            <a:endParaRPr sz="200"/>
          </a:p>
        </p:txBody>
      </p:sp>
      <p:sp>
        <p:nvSpPr>
          <p:cNvPr id="72" name="Google Shape;72;p15"/>
          <p:cNvSpPr/>
          <p:nvPr/>
        </p:nvSpPr>
        <p:spPr>
          <a:xfrm>
            <a:off x="756964" y="3317937"/>
            <a:ext cx="25692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Heuristic</a:t>
            </a: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Model</a:t>
            </a:r>
            <a:endParaRPr sz="200"/>
          </a:p>
        </p:txBody>
      </p:sp>
      <p:sp>
        <p:nvSpPr>
          <p:cNvPr id="73" name="Google Shape;73;p15"/>
          <p:cNvSpPr/>
          <p:nvPr/>
        </p:nvSpPr>
        <p:spPr>
          <a:xfrm>
            <a:off x="756964" y="2263567"/>
            <a:ext cx="25692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Questionnaire</a:t>
            </a:r>
            <a:endParaRPr sz="200"/>
          </a:p>
        </p:txBody>
      </p:sp>
      <p:sp>
        <p:nvSpPr>
          <p:cNvPr id="74" name="Google Shape;74;p15"/>
          <p:cNvSpPr/>
          <p:nvPr/>
        </p:nvSpPr>
        <p:spPr>
          <a:xfrm>
            <a:off x="756964" y="1209197"/>
            <a:ext cx="25692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Beginner</a:t>
            </a:r>
            <a:endParaRPr sz="200"/>
          </a:p>
        </p:txBody>
      </p:sp>
      <p:sp>
        <p:nvSpPr>
          <p:cNvPr id="75" name="Google Shape;75;p15"/>
          <p:cNvSpPr/>
          <p:nvPr/>
        </p:nvSpPr>
        <p:spPr>
          <a:xfrm>
            <a:off x="5729232" y="3317937"/>
            <a:ext cx="25692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KNN Model</a:t>
            </a:r>
            <a:endParaRPr sz="200"/>
          </a:p>
        </p:txBody>
      </p:sp>
      <p:sp>
        <p:nvSpPr>
          <p:cNvPr id="76" name="Google Shape;76;p15"/>
          <p:cNvSpPr/>
          <p:nvPr/>
        </p:nvSpPr>
        <p:spPr>
          <a:xfrm>
            <a:off x="5729232" y="2263567"/>
            <a:ext cx="25692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Item Match</a:t>
            </a:r>
            <a:endParaRPr sz="200"/>
          </a:p>
        </p:txBody>
      </p:sp>
      <p:sp>
        <p:nvSpPr>
          <p:cNvPr id="77" name="Google Shape;77;p15"/>
          <p:cNvSpPr/>
          <p:nvPr/>
        </p:nvSpPr>
        <p:spPr>
          <a:xfrm>
            <a:off x="5729232" y="1209197"/>
            <a:ext cx="25692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Plant Parent</a:t>
            </a:r>
            <a:endParaRPr sz="200"/>
          </a:p>
        </p:txBody>
      </p:sp>
      <p:sp>
        <p:nvSpPr>
          <p:cNvPr id="78" name="Google Shape;78;p15"/>
          <p:cNvSpPr/>
          <p:nvPr/>
        </p:nvSpPr>
        <p:spPr>
          <a:xfrm>
            <a:off x="2292225" y="4250425"/>
            <a:ext cx="4393500" cy="594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Top 3 </a:t>
            </a:r>
            <a:r>
              <a:rPr b="1" lang="en" sz="24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Recommendations</a:t>
            </a:r>
            <a:endParaRPr sz="200"/>
          </a:p>
        </p:txBody>
      </p:sp>
      <p:cxnSp>
        <p:nvCxnSpPr>
          <p:cNvPr id="79" name="Google Shape;79;p15"/>
          <p:cNvCxnSpPr>
            <a:stCxn id="71" idx="3"/>
            <a:endCxn id="77" idx="0"/>
          </p:cNvCxnSpPr>
          <p:nvPr/>
        </p:nvCxnSpPr>
        <p:spPr>
          <a:xfrm>
            <a:off x="6320349" y="596175"/>
            <a:ext cx="693600" cy="612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5"/>
          <p:cNvCxnSpPr>
            <a:stCxn id="77" idx="2"/>
            <a:endCxn id="76" idx="0"/>
          </p:cNvCxnSpPr>
          <p:nvPr/>
        </p:nvCxnSpPr>
        <p:spPr>
          <a:xfrm>
            <a:off x="7013832" y="1803797"/>
            <a:ext cx="0" cy="459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5"/>
          <p:cNvCxnSpPr>
            <a:stCxn id="76" idx="2"/>
            <a:endCxn id="75" idx="0"/>
          </p:cNvCxnSpPr>
          <p:nvPr/>
        </p:nvCxnSpPr>
        <p:spPr>
          <a:xfrm>
            <a:off x="7013832" y="2858167"/>
            <a:ext cx="0" cy="459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5"/>
          <p:cNvCxnSpPr>
            <a:stCxn id="75" idx="2"/>
            <a:endCxn id="78" idx="3"/>
          </p:cNvCxnSpPr>
          <p:nvPr/>
        </p:nvCxnSpPr>
        <p:spPr>
          <a:xfrm flipH="1">
            <a:off x="6685632" y="3912537"/>
            <a:ext cx="328200" cy="635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5"/>
          <p:cNvCxnSpPr/>
          <p:nvPr/>
        </p:nvCxnSpPr>
        <p:spPr>
          <a:xfrm flipH="1">
            <a:off x="1952978" y="585150"/>
            <a:ext cx="693600" cy="612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/>
          <p:nvPr/>
        </p:nvCxnSpPr>
        <p:spPr>
          <a:xfrm>
            <a:off x="1953096" y="1792772"/>
            <a:ext cx="0" cy="459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1953096" y="2847142"/>
            <a:ext cx="0" cy="459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>
            <a:off x="1953096" y="3901512"/>
            <a:ext cx="328200" cy="635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 title="questiona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50" y="2766766"/>
            <a:ext cx="5589908" cy="222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Item_bas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762" y="526100"/>
            <a:ext cx="5420308" cy="215965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type="ctrTitle"/>
          </p:nvPr>
        </p:nvSpPr>
        <p:spPr>
          <a:xfrm rot="-299">
            <a:off x="5527239" y="-177087"/>
            <a:ext cx="3451500" cy="96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1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Trade Offs</a:t>
            </a:r>
            <a:endParaRPr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818696" y="2987210"/>
            <a:ext cx="1748100" cy="411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Questionnaire</a:t>
            </a:r>
            <a:endParaRPr sz="100"/>
          </a:p>
        </p:txBody>
      </p:sp>
      <p:sp>
        <p:nvSpPr>
          <p:cNvPr id="95" name="Google Shape;95;p16"/>
          <p:cNvSpPr/>
          <p:nvPr/>
        </p:nvSpPr>
        <p:spPr>
          <a:xfrm>
            <a:off x="5818694" y="890648"/>
            <a:ext cx="1748100" cy="411600"/>
          </a:xfrm>
          <a:prstGeom prst="roundRect">
            <a:avLst>
              <a:gd fmla="val 16667" name="adj"/>
            </a:avLst>
          </a:prstGeom>
          <a:solidFill>
            <a:srgbClr val="8B451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342517" rotWithShape="0" algn="bl" dir="5400000" dist="20759">
              <a:srgbClr val="000000">
                <a:alpha val="30000"/>
              </a:srgbClr>
            </a:outerShdw>
          </a:effectLst>
        </p:spPr>
        <p:txBody>
          <a:bodyPr anchorCtr="0" anchor="ctr" bIns="99625" lIns="99625" spcFirstLastPara="1" rIns="99625" wrap="square" tIns="9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63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Item Match</a:t>
            </a:r>
            <a:endParaRPr sz="100"/>
          </a:p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 rot="-643">
            <a:off x="5818700" y="1210071"/>
            <a:ext cx="16035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“I know what I like”</a:t>
            </a:r>
            <a:endParaRPr i="1" sz="148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6"/>
          <p:cNvSpPr txBox="1"/>
          <p:nvPr>
            <p:ph idx="1" type="subTitle"/>
          </p:nvPr>
        </p:nvSpPr>
        <p:spPr>
          <a:xfrm rot="-763">
            <a:off x="5818700" y="3319890"/>
            <a:ext cx="13509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i="1" lang="en" sz="12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Beginner</a:t>
            </a:r>
            <a:r>
              <a:rPr i="1" lang="en" sz="12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”</a:t>
            </a:r>
            <a:endParaRPr i="1" sz="148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 rotWithShape="1">
          <a:blip r:embed="rId5">
            <a:alphaModFix/>
          </a:blip>
          <a:srcRect b="3036" l="34735" r="21887" t="31513"/>
          <a:stretch/>
        </p:blipFill>
        <p:spPr>
          <a:xfrm>
            <a:off x="7950674" y="2769427"/>
            <a:ext cx="541199" cy="8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2673" y="698284"/>
            <a:ext cx="937201" cy="92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ctrTitle"/>
          </p:nvPr>
        </p:nvSpPr>
        <p:spPr>
          <a:xfrm rot="-206523">
            <a:off x="150738" y="-38633"/>
            <a:ext cx="3952430" cy="1244861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Next Steps</a:t>
            </a:r>
            <a:endParaRPr b="1" sz="531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" name="Google Shape;105;p17"/>
          <p:cNvSpPr txBox="1"/>
          <p:nvPr>
            <p:ph idx="1" type="subTitle"/>
          </p:nvPr>
        </p:nvSpPr>
        <p:spPr>
          <a:xfrm rot="-318099">
            <a:off x="1684309" y="1719184"/>
            <a:ext cx="3396129" cy="214727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a pretty interface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with real people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 out there and keep some plants alive! :D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02278">
            <a:off x="7647771" y="3052605"/>
            <a:ext cx="1236083" cy="202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vecteezy_plant-illustration-isolated-on-transparent-background_480970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28542">
            <a:off x="226575" y="3299947"/>
            <a:ext cx="1593803" cy="186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ctrTitle"/>
          </p:nvPr>
        </p:nvSpPr>
        <p:spPr>
          <a:xfrm rot="-206396">
            <a:off x="573124" y="236684"/>
            <a:ext cx="2774900" cy="97375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Sources</a:t>
            </a:r>
            <a:endParaRPr b="1" sz="531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 rot="-318008">
            <a:off x="379888" y="1646204"/>
            <a:ext cx="8729825" cy="1146999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Plant Photos: https://www.vecteezy.com/members/timplaru-olivia23651162</a:t>
            </a:r>
            <a:endParaRPr sz="1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Original</a:t>
            </a: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Dataset:  </a:t>
            </a:r>
            <a:r>
              <a:rPr lang="en" sz="1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https://zenodo.org/records/6984514</a:t>
            </a:r>
            <a:endParaRPr sz="1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Publication: https://fieldreport.caes.uga.edu/publications/B1318/growing-indoor-plants-with-success/</a:t>
            </a:r>
            <a:endParaRPr sz="1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02278">
            <a:off x="7647771" y="3349680"/>
            <a:ext cx="1236083" cy="202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 title="vecteezy_plant-illustration-isolated-on-transparent-background_4809706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28542">
            <a:off x="226575" y="3458697"/>
            <a:ext cx="1593803" cy="186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